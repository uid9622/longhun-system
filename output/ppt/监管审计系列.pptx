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C41E3A"/>
                </a:solidFill>
              </a:defRPr>
            </a:pPr>
            <a:r>
              <a:t>龍魂系统·监管审计17篇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D4A574"/>
                </a:solidFill>
              </a:defRPr>
            </a:pPr>
            <a:r>
              <a:t>全球通用中性版 | UID9622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08080"/>
                </a:solidFill>
              </a:defRPr>
            </a:pPr>
            <a:r>
              <a:t>DNA: #CONFIRM🌌9622-ONLY-ONCE🧬LK9X-772Z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